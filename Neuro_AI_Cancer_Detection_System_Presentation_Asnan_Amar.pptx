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 AI Cancer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Hafiz Muhammad Asnan Amar</a:t>
            </a:r>
          </a:p>
          <a:p>
            <a:r>
              <a:t>BS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Artificial Intelligence in healthcare is transforming diagnostics.</a:t>
            </a:r>
          </a:p>
          <a:p>
            <a:pPr lvl="1"/>
            <a:r>
              <a:t>Neuro AI Cancer Detection System is an intelligent medical imaging solution.</a:t>
            </a:r>
          </a:p>
          <a:p>
            <a:pPr lvl="1"/>
            <a:r>
              <a:t>It uses deep learning to detect cancer at early stages.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Neuro AI Cancer Detection System is an AI-powered diagnostic model.</a:t>
            </a:r>
          </a:p>
          <a:p>
            <a:pPr lvl="1"/>
            <a:r>
              <a:t>It analyzes medical images such as MRI, CT scans, and histopathology slides.</a:t>
            </a:r>
          </a:p>
          <a:p>
            <a:pPr lvl="1"/>
            <a:r>
              <a:t>The system predicts the presence and stage of cancer using neural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Late cancer detection increases mortality rate.</a:t>
            </a:r>
          </a:p>
          <a:p>
            <a:pPr lvl="1"/>
            <a:r>
              <a:t>Manual diagnosis may involve human error.</a:t>
            </a:r>
          </a:p>
          <a:p>
            <a:pPr lvl="1"/>
            <a:r>
              <a:t>Need for fast, affordable, and accurate detection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Input: Medical imaging data (MRI, CT, X-ray, biopsy images).</a:t>
            </a:r>
          </a:p>
          <a:p>
            <a:pPr lvl="1"/>
            <a:r>
              <a:t>Processing: Preprocessing + CNN-based deep learning model.</a:t>
            </a:r>
          </a:p>
          <a:p>
            <a:pPr lvl="1"/>
            <a:r>
              <a:t>Output: Cancer classification with probability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AI Components (Parts)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Data Collection Module – Medical datasets.</a:t>
            </a:r>
          </a:p>
          <a:p>
            <a:pPr lvl="1"/>
            <a:r>
              <a:t>Preprocessing Module – Noise removal, normalization.</a:t>
            </a:r>
          </a:p>
          <a:p>
            <a:pPr lvl="1"/>
            <a:r>
              <a:t>Deep Learning Model – CNN architecture.</a:t>
            </a:r>
          </a:p>
          <a:p>
            <a:pPr lvl="1"/>
            <a:r>
              <a:t>Prediction Engine – Classification &amp; confidence score.</a:t>
            </a:r>
          </a:p>
          <a:p>
            <a:pPr lvl="1"/>
            <a:r>
              <a:t>User Interface – Doctor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Convolutional Neural Network (CNN).</a:t>
            </a:r>
          </a:p>
          <a:p>
            <a:pPr lvl="1"/>
            <a:r>
              <a:t>Layers: Convolution → ReLU → Pooling → Fully Connected.</a:t>
            </a:r>
          </a:p>
          <a:p>
            <a:pPr lvl="1"/>
            <a:r>
              <a:t>Softmax output for cancer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Step 1: Upload medical image.</a:t>
            </a:r>
          </a:p>
          <a:p>
            <a:pPr lvl="1"/>
            <a:r>
              <a:t>Step 2: Image preprocessing.</a:t>
            </a:r>
          </a:p>
          <a:p>
            <a:pPr lvl="1"/>
            <a:r>
              <a:t>Step 3: Feature extraction using CNN.</a:t>
            </a:r>
          </a:p>
          <a:p>
            <a:pPr lvl="1"/>
            <a:r>
              <a:t>Step 4: Prediction and report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Hospitals and diagnostic labs.</a:t>
            </a:r>
          </a:p>
          <a:p>
            <a:pPr lvl="1"/>
            <a:r>
              <a:t>Remote healthcare and telemedicine.</a:t>
            </a:r>
          </a:p>
          <a:p>
            <a:pPr lvl="1"/>
            <a:r>
              <a:t>Early screening programs.</a:t>
            </a:r>
          </a:p>
          <a:p>
            <a:pPr lvl="1"/>
            <a:r>
              <a:t>Research institutions.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Hackathon Implementation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Step 1: Choose dataset (e.g., Kaggle cancer datasets).</a:t>
            </a:r>
          </a:p>
          <a:p>
            <a:pPr lvl="1"/>
            <a:r>
              <a:t>Step 2: Build CNN model using TensorFlow/PyTorch.</a:t>
            </a:r>
          </a:p>
          <a:p>
            <a:pPr lvl="1"/>
            <a:r>
              <a:t>Step 3: Train &amp; validate model.</a:t>
            </a:r>
          </a:p>
          <a:p>
            <a:pPr lvl="1"/>
            <a:r>
              <a:t>Step 4: Create simple web app using Streamlit/Flask.</a:t>
            </a:r>
          </a:p>
          <a:p>
            <a:pPr lvl="1"/>
            <a:r>
              <a:t>Step 5: Deploy demo prototype.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Python programming.</a:t>
            </a:r>
          </a:p>
          <a:p>
            <a:pPr lvl="1"/>
            <a:r>
              <a:t>TensorFlow / PyTorch.</a:t>
            </a:r>
          </a:p>
          <a:p>
            <a:pPr lvl="1"/>
            <a:r>
              <a:t>OpenCV for image processing.</a:t>
            </a:r>
          </a:p>
          <a:p>
            <a:pPr lvl="1"/>
            <a:r>
              <a:t>Streamlit for UI.</a:t>
            </a:r>
          </a:p>
          <a:p>
            <a:pPr lvl="1"/>
            <a:r>
              <a:t>Google Colab or Jupyter Notebook.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Multi-cancer detection support.</a:t>
            </a:r>
          </a:p>
          <a:p>
            <a:pPr lvl="1"/>
            <a:r>
              <a:t>Integration with hospital databases.</a:t>
            </a:r>
          </a:p>
          <a:p>
            <a:pPr lvl="1"/>
            <a:r>
              <a:t>Explainable AI (heatmaps).</a:t>
            </a:r>
          </a:p>
          <a:p>
            <a:pPr lvl="1"/>
            <a:r>
              <a:t>Mobile application version.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Neuro AI Cancer Detection System improves early diagnosis.</a:t>
            </a:r>
          </a:p>
          <a:p>
            <a:pPr lvl="1"/>
            <a:r>
              <a:t>Reduces human error and saves lives.</a:t>
            </a:r>
          </a:p>
          <a:p>
            <a:pPr lvl="1"/>
            <a:r>
              <a:t>AI is the future of intelligent healthcare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